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0"/>
    <p:sldId id="261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5EDED7-2EB5-D7A3-1665-E4A3F14CD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4BD12F-E784-4C44-A13A-00AE158DEE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F4AFCC-226B-9162-8114-4E12A4E6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F13694-7D63-8E97-ABB3-6E33D2011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E62591-E2E6-4E7C-1A23-1B84FEA2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0532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D6B354-A2E5-7023-A747-0F7659082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68E28BF-1009-8EDD-B41D-113CA8AFD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D6D0781-0937-645A-BE7A-AE884E8FF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E4C572-1A30-9E6D-B148-43438A595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D889719-601C-862F-5827-8785F06E6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2144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675E5B-1541-3710-19AC-DC4F64307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6610E7-022A-6D4B-7B48-FC1C2AC51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6AD2BF-B709-83A1-772C-7F5C11C1F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54B72F-7887-E0A5-5F63-02E44C99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7B96E5-625B-6752-C50E-EA33E3BA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2085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B8CF53-C233-899C-B4ED-84266D6A0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F1A7E87-D3F5-E446-5D7D-120DAF199F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3142DC-5068-A6DE-6BEF-950610CC05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A8B231B-E28B-AB99-0666-7CC391C5B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7EC67B7-748A-2D47-1076-2AF1C20C9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3A6C01-7A56-D38D-3D93-3EAE75332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353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17FACB-ED78-A07F-279D-21E379878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C60FCF6-15ED-A1D0-9AA1-3965790184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E00275F-4A04-481E-7826-FA9ADBAE3A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97DC92D-0406-EB5E-C8EC-FC26C7B2AF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A2C890-C3D3-6EF4-CC8A-E5E914947E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CAE575F-142F-E5C5-95C1-7D98BC56C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8448C99-E9DF-7E9B-603E-D7F16F605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06035FE-6750-5D99-C7C6-01087C7D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3111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20EB26-559A-59D4-EC9F-E93C01705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5A00DA8-9E28-899F-FD2C-D3A449CBA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A9F03ED-99D0-7697-0033-B11838EF4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4969E5B-77F0-7782-0F54-553A09C7B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7111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FFEC3C0-0583-AFFD-00B6-2E0B9AEEB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1F0BAF3-0E1D-0144-A09D-03495A420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51B8C47-50AB-0763-AD0F-9A0A8F16C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7315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B56FAB-2EF6-D8C7-4964-03FFB7F4C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0BA94B3-E5B4-08F6-0379-0CA1C089A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7279A7-8805-82EE-84F8-EEF91151CB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E6211C0-A854-2D99-2931-9C14BCE17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6E231-00D2-03DE-9FCE-7CBE5433B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0A4D1B-D45A-59BA-9122-30F7A24A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7549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250F6A-45F3-45E1-1261-DA29094E0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C46288A-6FF2-D6DC-FE02-1CBBE9B01B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044F5C-661B-CD01-865D-D2CA7DC7E3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453C48-71C1-29E3-588C-31DE346CE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14411A-84D2-2100-F7BD-4DF2D5846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BE018E-0318-97B9-D846-11A1C97B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4350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16B7C9-CCB0-7679-FE22-1D8F0F1C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85D9598-E732-857F-4742-67E361E5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403379-CE22-D5E2-0E23-906048AB4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942B97-9AE9-B818-137A-A78DFC3CC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454B2-685C-E7B8-5F9A-966CEA528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6579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A7EC357-FA06-74EF-DD5D-3F89CD7B52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0DF31C-EDD4-68F2-D826-D0B1E8B875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2BEB8D-BCCD-56C0-1340-DD312F3DB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7F7682A-803B-5965-D245-B66359BD3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262B66-4BED-4B45-689F-AC0D4BA3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80342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13F4904-7C35-5126-26D5-3DDA01C93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701ECF-C122-A90A-DAFC-DB342DCC5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8EF8AC-0F40-B5E4-8094-FC973DF0C5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2FB09-39C7-485F-A68F-B1694F21EBE7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ACF4E1-8340-E3B1-642E-EEE73F00DC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976193-C9E1-EC0A-335B-D528114D78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558AB6-068D-4CAA-A95D-8D44CC692E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0546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943D5D-3FEC-1FF6-807B-8745E86DF6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IdeaStream</a:t>
            </a:r>
            <a:endParaRPr kumimoji="1" lang="ja-JP" alt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908EFBA-AC2A-79FC-7EA5-65D992C388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>
                <a:latin typeface="ＭＳ ゴシック" panose="020B0609070205080204" pitchFamily="49" charset="-128"/>
                <a:ea typeface="ＭＳ ゴシック" panose="020B0609070205080204" pitchFamily="49" charset="-128"/>
              </a:rPr>
              <a:t>思考を形に</a:t>
            </a:r>
            <a:endParaRPr kumimoji="1" lang="ja-JP" alt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4228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1F550E-378E-3B4D-1834-C97BBD738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A5672-EF9F-CB37-55EB-712615B0E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2238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0DD7BE-3E3D-BD3F-472B-D96DC5C0A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F016C1F-922C-A988-5DA7-BB71D4D56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7075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DB4415-491A-25CB-04A7-5CDC98925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開発環境バージョン一覧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5B5AD94-0DD0-3086-2ABD-671914A12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/>
              <a:t>VSCode:1.119.0</a:t>
            </a:r>
          </a:p>
          <a:p>
            <a:r>
              <a:rPr lang="en-US" altLang="ja-JP" dirty="0"/>
              <a:t>Android SDK:36.1.0</a:t>
            </a:r>
          </a:p>
          <a:p>
            <a:r>
              <a:rPr kumimoji="1" lang="en-US" altLang="ja-JP" dirty="0"/>
              <a:t>Flutter:3.35.6</a:t>
            </a:r>
          </a:p>
          <a:p>
            <a:r>
              <a:rPr lang="en-US" altLang="ja-JP"/>
              <a:t>Dart:3.9.2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308005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IdeaStream — 企画書概要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抽出日: 2026-05-13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企画書の要点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IdeaStream — 企画書 (概要)</a:t>
            </a:r>
            <a:br/>
            <a:r>
              <a:t>要約</a:t>
            </a:r>
            <a:br/>
            <a:r>
              <a:t>アイデア（テキスト／画像／音声）を素早く記録・整理し、AIでタグ抽出して検索・管理できるモバイルアプリ。</a:t>
            </a:r>
          </a:p>
          <a:p>
            <a:pPr/>
            <a:r>
              <a:t>課題と目的</a:t>
            </a:r>
            <a:br/>
            <a:r>
              <a:t>課題: 日常のひらめきやメモが散逸し管理しづらい。</a:t>
            </a:r>
          </a:p>
          <a:p>
            <a:pPr/>
            <a:r>
              <a:t>目的: いつでも素早く記録→自動タグ付け→簡単検索でアイデアの活用性を高める。</a:t>
            </a:r>
          </a:p>
          <a:p>
            <a:pPr/>
            <a:r>
              <a:t>ターゲットユーザー</a:t>
            </a:r>
            <a:br/>
            <a:r>
              <a:t>企画者、プロダクト開発者、クリエイター、学生、日常メモを整理したい一般ユーザー。</a:t>
            </a:r>
          </a:p>
          <a:p>
            <a:pPr/>
            <a:r>
              <a:t>主な機能</a:t>
            </a:r>
            <a:br/>
            <a:r>
              <a:t>アイデア一覧（カード表示）</a:t>
            </a:r>
            <a:br/>
            <a:r>
              <a:t>作成（テキスト／画像／音声）</a:t>
            </a:r>
            <a:br/>
            <a:r>
              <a:t>AI自動タグ抽出（AiService）</a:t>
            </a:r>
            <a:br/>
            <a:r>
              <a:t>ローカル永続化（ideas.</a:t>
            </a:r>
          </a:p>
          <a:p>
            <a:pPr/>
            <a:r>
              <a:t>json）</a:t>
            </a:r>
            <a:br/>
            <a:r>
              <a:t>検索（検索デリゲート）</a:t>
            </a:r>
            <a:br/>
            <a:r>
              <a:t>設定画面・メディア管理（画像/音声保存）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Microsoft Office PowerPoint</Application>
  <PresentationFormat>ワイド画面</PresentationFormat>
  <Paragraphs>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ＭＳ ゴシック</vt:lpstr>
      <vt:lpstr>游ゴシック</vt:lpstr>
      <vt:lpstr>游ゴシック Light</vt:lpstr>
      <vt:lpstr>Arial</vt:lpstr>
      <vt:lpstr>Office テーマ</vt:lpstr>
      <vt:lpstr>IdeaStream</vt:lpstr>
      <vt:lpstr>PowerPoint プレゼンテーション</vt:lpstr>
      <vt:lpstr>PowerPoint プレゼンテーション</vt:lpstr>
      <vt:lpstr>開発環境バージョン一覧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佐藤 万宙(zeal23418190)</dc:creator>
  <cp:lastModifiedBy>佐藤 万宙(zeal23418190)</cp:lastModifiedBy>
  <cp:revision>1</cp:revision>
  <dcterms:created xsi:type="dcterms:W3CDTF">2026-05-13T03:06:25Z</dcterms:created>
  <dcterms:modified xsi:type="dcterms:W3CDTF">2026-05-13T03:06:25Z</dcterms:modified>
</cp:coreProperties>
</file>