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0" autoAdjust="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D06316-BE93-447D-A238-3F65F047D87D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3F17799-ACEA-4EF6-8865-D3DB6966DD9C}">
      <dgm:prSet/>
      <dgm:spPr/>
      <dgm:t>
        <a:bodyPr/>
        <a:lstStyle/>
        <a:p>
          <a:r>
            <a:rPr kumimoji="1" lang="en-US"/>
            <a:t>VSCode:1.119.0</a:t>
          </a:r>
          <a:endParaRPr lang="en-US"/>
        </a:p>
      </dgm:t>
    </dgm:pt>
    <dgm:pt modelId="{103E48A3-7AD5-4439-B86A-DF086D9BA7B6}" type="parTrans" cxnId="{B208ED54-061A-485E-9686-D96ED8CF9D63}">
      <dgm:prSet/>
      <dgm:spPr/>
      <dgm:t>
        <a:bodyPr/>
        <a:lstStyle/>
        <a:p>
          <a:endParaRPr lang="en-US"/>
        </a:p>
      </dgm:t>
    </dgm:pt>
    <dgm:pt modelId="{245ABC37-F644-4F95-864B-760503060E55}" type="sibTrans" cxnId="{B208ED54-061A-485E-9686-D96ED8CF9D63}">
      <dgm:prSet/>
      <dgm:spPr/>
      <dgm:t>
        <a:bodyPr/>
        <a:lstStyle/>
        <a:p>
          <a:endParaRPr lang="en-US"/>
        </a:p>
      </dgm:t>
    </dgm:pt>
    <dgm:pt modelId="{7CF634AD-030C-47AB-8C2B-F503FAF60874}">
      <dgm:prSet/>
      <dgm:spPr/>
      <dgm:t>
        <a:bodyPr/>
        <a:lstStyle/>
        <a:p>
          <a:r>
            <a:rPr kumimoji="1" lang="en-US"/>
            <a:t>Android SDK:36.1.0</a:t>
          </a:r>
          <a:endParaRPr lang="en-US"/>
        </a:p>
      </dgm:t>
    </dgm:pt>
    <dgm:pt modelId="{1E710AA1-F3AF-4869-BB6F-215EEBB0B6AD}" type="parTrans" cxnId="{9D26132C-B6AA-434E-86DC-1CEFB1EB8199}">
      <dgm:prSet/>
      <dgm:spPr/>
      <dgm:t>
        <a:bodyPr/>
        <a:lstStyle/>
        <a:p>
          <a:endParaRPr lang="en-US"/>
        </a:p>
      </dgm:t>
    </dgm:pt>
    <dgm:pt modelId="{52EA22E9-1DDA-4B28-82D1-A28F490F654B}" type="sibTrans" cxnId="{9D26132C-B6AA-434E-86DC-1CEFB1EB8199}">
      <dgm:prSet/>
      <dgm:spPr/>
      <dgm:t>
        <a:bodyPr/>
        <a:lstStyle/>
        <a:p>
          <a:endParaRPr lang="en-US"/>
        </a:p>
      </dgm:t>
    </dgm:pt>
    <dgm:pt modelId="{99660CA2-3DFE-489C-A312-4564CC87F561}">
      <dgm:prSet/>
      <dgm:spPr/>
      <dgm:t>
        <a:bodyPr/>
        <a:lstStyle/>
        <a:p>
          <a:r>
            <a:rPr kumimoji="1" lang="en-US"/>
            <a:t>Flutter:3.35.6</a:t>
          </a:r>
          <a:endParaRPr lang="en-US"/>
        </a:p>
      </dgm:t>
    </dgm:pt>
    <dgm:pt modelId="{65224825-94AC-4ED2-82C5-6DB15B8F637B}" type="parTrans" cxnId="{844D85F0-1F29-4973-8C6B-E1B4EE25CE59}">
      <dgm:prSet/>
      <dgm:spPr/>
      <dgm:t>
        <a:bodyPr/>
        <a:lstStyle/>
        <a:p>
          <a:endParaRPr lang="en-US"/>
        </a:p>
      </dgm:t>
    </dgm:pt>
    <dgm:pt modelId="{5FA0481E-7D97-43ED-BD25-21DE87C2D850}" type="sibTrans" cxnId="{844D85F0-1F29-4973-8C6B-E1B4EE25CE59}">
      <dgm:prSet/>
      <dgm:spPr/>
      <dgm:t>
        <a:bodyPr/>
        <a:lstStyle/>
        <a:p>
          <a:endParaRPr lang="en-US"/>
        </a:p>
      </dgm:t>
    </dgm:pt>
    <dgm:pt modelId="{18E02408-1ED6-43EE-9504-DB08A5DE70DD}">
      <dgm:prSet/>
      <dgm:spPr/>
      <dgm:t>
        <a:bodyPr/>
        <a:lstStyle/>
        <a:p>
          <a:r>
            <a:rPr kumimoji="1" lang="en-US"/>
            <a:t>Dart:3.9.2</a:t>
          </a:r>
          <a:endParaRPr lang="en-US"/>
        </a:p>
      </dgm:t>
    </dgm:pt>
    <dgm:pt modelId="{6BE36A6D-3062-4447-9BB7-4308B9327604}" type="parTrans" cxnId="{BA19D3B2-2412-4224-9548-08580F7BEFB1}">
      <dgm:prSet/>
      <dgm:spPr/>
      <dgm:t>
        <a:bodyPr/>
        <a:lstStyle/>
        <a:p>
          <a:endParaRPr lang="en-US"/>
        </a:p>
      </dgm:t>
    </dgm:pt>
    <dgm:pt modelId="{8A841CA2-305B-422F-A8DF-97D0056BA89E}" type="sibTrans" cxnId="{BA19D3B2-2412-4224-9548-08580F7BEFB1}">
      <dgm:prSet/>
      <dgm:spPr/>
      <dgm:t>
        <a:bodyPr/>
        <a:lstStyle/>
        <a:p>
          <a:endParaRPr lang="en-US"/>
        </a:p>
      </dgm:t>
    </dgm:pt>
    <dgm:pt modelId="{DD1BE34E-5BDD-44B1-A4C0-39A1D1852969}" type="pres">
      <dgm:prSet presAssocID="{F8D06316-BE93-447D-A238-3F65F047D87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699A36-8935-4D79-8A3C-916583C216BF}" type="pres">
      <dgm:prSet presAssocID="{23F17799-ACEA-4EF6-8865-D3DB6966DD9C}" presName="hierRoot1" presStyleCnt="0"/>
      <dgm:spPr/>
    </dgm:pt>
    <dgm:pt modelId="{BA6D0681-AE09-4F99-9FA2-9956DAF50634}" type="pres">
      <dgm:prSet presAssocID="{23F17799-ACEA-4EF6-8865-D3DB6966DD9C}" presName="composite" presStyleCnt="0"/>
      <dgm:spPr/>
    </dgm:pt>
    <dgm:pt modelId="{CE33BE05-8F4E-4731-8120-B414B8844F89}" type="pres">
      <dgm:prSet presAssocID="{23F17799-ACEA-4EF6-8865-D3DB6966DD9C}" presName="background" presStyleLbl="node0" presStyleIdx="0" presStyleCnt="4"/>
      <dgm:spPr/>
    </dgm:pt>
    <dgm:pt modelId="{1E8B8720-488D-44E8-80BF-BF0E2DE95C77}" type="pres">
      <dgm:prSet presAssocID="{23F17799-ACEA-4EF6-8865-D3DB6966DD9C}" presName="text" presStyleLbl="fgAcc0" presStyleIdx="0" presStyleCnt="4">
        <dgm:presLayoutVars>
          <dgm:chPref val="3"/>
        </dgm:presLayoutVars>
      </dgm:prSet>
      <dgm:spPr/>
    </dgm:pt>
    <dgm:pt modelId="{F3CBA4C6-3A39-456E-9C56-D37C2061924C}" type="pres">
      <dgm:prSet presAssocID="{23F17799-ACEA-4EF6-8865-D3DB6966DD9C}" presName="hierChild2" presStyleCnt="0"/>
      <dgm:spPr/>
    </dgm:pt>
    <dgm:pt modelId="{12241544-491E-4243-BD00-F32884EDA65F}" type="pres">
      <dgm:prSet presAssocID="{7CF634AD-030C-47AB-8C2B-F503FAF60874}" presName="hierRoot1" presStyleCnt="0"/>
      <dgm:spPr/>
    </dgm:pt>
    <dgm:pt modelId="{F7D16317-4D4E-4EF8-BEE5-709340D74609}" type="pres">
      <dgm:prSet presAssocID="{7CF634AD-030C-47AB-8C2B-F503FAF60874}" presName="composite" presStyleCnt="0"/>
      <dgm:spPr/>
    </dgm:pt>
    <dgm:pt modelId="{D2411782-8B33-4665-B950-125CDCC848D9}" type="pres">
      <dgm:prSet presAssocID="{7CF634AD-030C-47AB-8C2B-F503FAF60874}" presName="background" presStyleLbl="node0" presStyleIdx="1" presStyleCnt="4"/>
      <dgm:spPr/>
    </dgm:pt>
    <dgm:pt modelId="{D0457C55-BD64-467F-B7E2-52D7C45C6C15}" type="pres">
      <dgm:prSet presAssocID="{7CF634AD-030C-47AB-8C2B-F503FAF60874}" presName="text" presStyleLbl="fgAcc0" presStyleIdx="1" presStyleCnt="4">
        <dgm:presLayoutVars>
          <dgm:chPref val="3"/>
        </dgm:presLayoutVars>
      </dgm:prSet>
      <dgm:spPr/>
    </dgm:pt>
    <dgm:pt modelId="{4E8E0374-8763-4EF1-A955-357A2187F53A}" type="pres">
      <dgm:prSet presAssocID="{7CF634AD-030C-47AB-8C2B-F503FAF60874}" presName="hierChild2" presStyleCnt="0"/>
      <dgm:spPr/>
    </dgm:pt>
    <dgm:pt modelId="{E5BA4DE2-6336-4C7D-9D3C-972CF9C4EAD2}" type="pres">
      <dgm:prSet presAssocID="{99660CA2-3DFE-489C-A312-4564CC87F561}" presName="hierRoot1" presStyleCnt="0"/>
      <dgm:spPr/>
    </dgm:pt>
    <dgm:pt modelId="{D1C48940-200A-4CF4-A409-234CB9E3C205}" type="pres">
      <dgm:prSet presAssocID="{99660CA2-3DFE-489C-A312-4564CC87F561}" presName="composite" presStyleCnt="0"/>
      <dgm:spPr/>
    </dgm:pt>
    <dgm:pt modelId="{88BD83B2-679D-405B-8AAB-C661569543C1}" type="pres">
      <dgm:prSet presAssocID="{99660CA2-3DFE-489C-A312-4564CC87F561}" presName="background" presStyleLbl="node0" presStyleIdx="2" presStyleCnt="4"/>
      <dgm:spPr/>
    </dgm:pt>
    <dgm:pt modelId="{49CC765B-24B2-4371-9139-3B2B13870B71}" type="pres">
      <dgm:prSet presAssocID="{99660CA2-3DFE-489C-A312-4564CC87F561}" presName="text" presStyleLbl="fgAcc0" presStyleIdx="2" presStyleCnt="4">
        <dgm:presLayoutVars>
          <dgm:chPref val="3"/>
        </dgm:presLayoutVars>
      </dgm:prSet>
      <dgm:spPr/>
    </dgm:pt>
    <dgm:pt modelId="{E94430B7-F5BE-47B6-8BBE-AB7F4579C3AF}" type="pres">
      <dgm:prSet presAssocID="{99660CA2-3DFE-489C-A312-4564CC87F561}" presName="hierChild2" presStyleCnt="0"/>
      <dgm:spPr/>
    </dgm:pt>
    <dgm:pt modelId="{AACF7BA5-6BD3-42AF-96D9-DAD7311C0A0D}" type="pres">
      <dgm:prSet presAssocID="{18E02408-1ED6-43EE-9504-DB08A5DE70DD}" presName="hierRoot1" presStyleCnt="0"/>
      <dgm:spPr/>
    </dgm:pt>
    <dgm:pt modelId="{8DC66A4C-F498-4D82-A280-F087BF7A872B}" type="pres">
      <dgm:prSet presAssocID="{18E02408-1ED6-43EE-9504-DB08A5DE70DD}" presName="composite" presStyleCnt="0"/>
      <dgm:spPr/>
    </dgm:pt>
    <dgm:pt modelId="{86056DB4-D82D-4FCC-9C2D-C149C6231201}" type="pres">
      <dgm:prSet presAssocID="{18E02408-1ED6-43EE-9504-DB08A5DE70DD}" presName="background" presStyleLbl="node0" presStyleIdx="3" presStyleCnt="4"/>
      <dgm:spPr/>
    </dgm:pt>
    <dgm:pt modelId="{54A8B0C9-0F52-448A-A97B-6E3B59FA9E77}" type="pres">
      <dgm:prSet presAssocID="{18E02408-1ED6-43EE-9504-DB08A5DE70DD}" presName="text" presStyleLbl="fgAcc0" presStyleIdx="3" presStyleCnt="4">
        <dgm:presLayoutVars>
          <dgm:chPref val="3"/>
        </dgm:presLayoutVars>
      </dgm:prSet>
      <dgm:spPr/>
    </dgm:pt>
    <dgm:pt modelId="{6163CDF2-B45F-40F1-B0CF-2F69FC48D273}" type="pres">
      <dgm:prSet presAssocID="{18E02408-1ED6-43EE-9504-DB08A5DE70DD}" presName="hierChild2" presStyleCnt="0"/>
      <dgm:spPr/>
    </dgm:pt>
  </dgm:ptLst>
  <dgm:cxnLst>
    <dgm:cxn modelId="{9D26132C-B6AA-434E-86DC-1CEFB1EB8199}" srcId="{F8D06316-BE93-447D-A238-3F65F047D87D}" destId="{7CF634AD-030C-47AB-8C2B-F503FAF60874}" srcOrd="1" destOrd="0" parTransId="{1E710AA1-F3AF-4869-BB6F-215EEBB0B6AD}" sibTransId="{52EA22E9-1DDA-4B28-82D1-A28F490F654B}"/>
    <dgm:cxn modelId="{FB85526B-EF82-43DA-B1FA-7E4B8D04955E}" type="presOf" srcId="{7CF634AD-030C-47AB-8C2B-F503FAF60874}" destId="{D0457C55-BD64-467F-B7E2-52D7C45C6C15}" srcOrd="0" destOrd="0" presId="urn:microsoft.com/office/officeart/2005/8/layout/hierarchy1"/>
    <dgm:cxn modelId="{B208ED54-061A-485E-9686-D96ED8CF9D63}" srcId="{F8D06316-BE93-447D-A238-3F65F047D87D}" destId="{23F17799-ACEA-4EF6-8865-D3DB6966DD9C}" srcOrd="0" destOrd="0" parTransId="{103E48A3-7AD5-4439-B86A-DF086D9BA7B6}" sibTransId="{245ABC37-F644-4F95-864B-760503060E55}"/>
    <dgm:cxn modelId="{F0ED5358-1140-46F8-88DA-73DF800C3418}" type="presOf" srcId="{F8D06316-BE93-447D-A238-3F65F047D87D}" destId="{DD1BE34E-5BDD-44B1-A4C0-39A1D1852969}" srcOrd="0" destOrd="0" presId="urn:microsoft.com/office/officeart/2005/8/layout/hierarchy1"/>
    <dgm:cxn modelId="{3FBDE859-B561-486D-8780-B9D731781402}" type="presOf" srcId="{23F17799-ACEA-4EF6-8865-D3DB6966DD9C}" destId="{1E8B8720-488D-44E8-80BF-BF0E2DE95C77}" srcOrd="0" destOrd="0" presId="urn:microsoft.com/office/officeart/2005/8/layout/hierarchy1"/>
    <dgm:cxn modelId="{BA19D3B2-2412-4224-9548-08580F7BEFB1}" srcId="{F8D06316-BE93-447D-A238-3F65F047D87D}" destId="{18E02408-1ED6-43EE-9504-DB08A5DE70DD}" srcOrd="3" destOrd="0" parTransId="{6BE36A6D-3062-4447-9BB7-4308B9327604}" sibTransId="{8A841CA2-305B-422F-A8DF-97D0056BA89E}"/>
    <dgm:cxn modelId="{9E5E42BE-791B-4ABC-BB7D-5AC2E46B1042}" type="presOf" srcId="{99660CA2-3DFE-489C-A312-4564CC87F561}" destId="{49CC765B-24B2-4371-9139-3B2B13870B71}" srcOrd="0" destOrd="0" presId="urn:microsoft.com/office/officeart/2005/8/layout/hierarchy1"/>
    <dgm:cxn modelId="{81DE5DD4-1490-45A9-8448-F3503C141FDC}" type="presOf" srcId="{18E02408-1ED6-43EE-9504-DB08A5DE70DD}" destId="{54A8B0C9-0F52-448A-A97B-6E3B59FA9E77}" srcOrd="0" destOrd="0" presId="urn:microsoft.com/office/officeart/2005/8/layout/hierarchy1"/>
    <dgm:cxn modelId="{844D85F0-1F29-4973-8C6B-E1B4EE25CE59}" srcId="{F8D06316-BE93-447D-A238-3F65F047D87D}" destId="{99660CA2-3DFE-489C-A312-4564CC87F561}" srcOrd="2" destOrd="0" parTransId="{65224825-94AC-4ED2-82C5-6DB15B8F637B}" sibTransId="{5FA0481E-7D97-43ED-BD25-21DE87C2D850}"/>
    <dgm:cxn modelId="{828704BA-054E-4E1D-860B-B5770CEAA0B0}" type="presParOf" srcId="{DD1BE34E-5BDD-44B1-A4C0-39A1D1852969}" destId="{E1699A36-8935-4D79-8A3C-916583C216BF}" srcOrd="0" destOrd="0" presId="urn:microsoft.com/office/officeart/2005/8/layout/hierarchy1"/>
    <dgm:cxn modelId="{70E2D96F-9669-4D8A-BA50-628541D86CDD}" type="presParOf" srcId="{E1699A36-8935-4D79-8A3C-916583C216BF}" destId="{BA6D0681-AE09-4F99-9FA2-9956DAF50634}" srcOrd="0" destOrd="0" presId="urn:microsoft.com/office/officeart/2005/8/layout/hierarchy1"/>
    <dgm:cxn modelId="{9E91EA22-F312-400E-B0D1-1B37DE448816}" type="presParOf" srcId="{BA6D0681-AE09-4F99-9FA2-9956DAF50634}" destId="{CE33BE05-8F4E-4731-8120-B414B8844F89}" srcOrd="0" destOrd="0" presId="urn:microsoft.com/office/officeart/2005/8/layout/hierarchy1"/>
    <dgm:cxn modelId="{50E2E2D0-984F-4284-95A0-F5D7D534FA38}" type="presParOf" srcId="{BA6D0681-AE09-4F99-9FA2-9956DAF50634}" destId="{1E8B8720-488D-44E8-80BF-BF0E2DE95C77}" srcOrd="1" destOrd="0" presId="urn:microsoft.com/office/officeart/2005/8/layout/hierarchy1"/>
    <dgm:cxn modelId="{F2139CA0-E4DD-4E81-92BE-4A82A13FA2AA}" type="presParOf" srcId="{E1699A36-8935-4D79-8A3C-916583C216BF}" destId="{F3CBA4C6-3A39-456E-9C56-D37C2061924C}" srcOrd="1" destOrd="0" presId="urn:microsoft.com/office/officeart/2005/8/layout/hierarchy1"/>
    <dgm:cxn modelId="{D79B728B-BB13-48F4-952C-77193D107BD8}" type="presParOf" srcId="{DD1BE34E-5BDD-44B1-A4C0-39A1D1852969}" destId="{12241544-491E-4243-BD00-F32884EDA65F}" srcOrd="1" destOrd="0" presId="urn:microsoft.com/office/officeart/2005/8/layout/hierarchy1"/>
    <dgm:cxn modelId="{58121B27-D28C-47EA-9949-2AD7CCAD323D}" type="presParOf" srcId="{12241544-491E-4243-BD00-F32884EDA65F}" destId="{F7D16317-4D4E-4EF8-BEE5-709340D74609}" srcOrd="0" destOrd="0" presId="urn:microsoft.com/office/officeart/2005/8/layout/hierarchy1"/>
    <dgm:cxn modelId="{475BAF82-C17B-4739-9B53-45BA6C7E08EF}" type="presParOf" srcId="{F7D16317-4D4E-4EF8-BEE5-709340D74609}" destId="{D2411782-8B33-4665-B950-125CDCC848D9}" srcOrd="0" destOrd="0" presId="urn:microsoft.com/office/officeart/2005/8/layout/hierarchy1"/>
    <dgm:cxn modelId="{C4F6611E-6FAF-48DF-B574-7DD9927AC876}" type="presParOf" srcId="{F7D16317-4D4E-4EF8-BEE5-709340D74609}" destId="{D0457C55-BD64-467F-B7E2-52D7C45C6C15}" srcOrd="1" destOrd="0" presId="urn:microsoft.com/office/officeart/2005/8/layout/hierarchy1"/>
    <dgm:cxn modelId="{121E959A-AAAB-45FD-A1AB-E46E48D69A5A}" type="presParOf" srcId="{12241544-491E-4243-BD00-F32884EDA65F}" destId="{4E8E0374-8763-4EF1-A955-357A2187F53A}" srcOrd="1" destOrd="0" presId="urn:microsoft.com/office/officeart/2005/8/layout/hierarchy1"/>
    <dgm:cxn modelId="{3E6C98EF-E10F-4016-BC4A-976CD5A4CF14}" type="presParOf" srcId="{DD1BE34E-5BDD-44B1-A4C0-39A1D1852969}" destId="{E5BA4DE2-6336-4C7D-9D3C-972CF9C4EAD2}" srcOrd="2" destOrd="0" presId="urn:microsoft.com/office/officeart/2005/8/layout/hierarchy1"/>
    <dgm:cxn modelId="{008598A9-DAB4-4271-BF79-7E8C03B914B2}" type="presParOf" srcId="{E5BA4DE2-6336-4C7D-9D3C-972CF9C4EAD2}" destId="{D1C48940-200A-4CF4-A409-234CB9E3C205}" srcOrd="0" destOrd="0" presId="urn:microsoft.com/office/officeart/2005/8/layout/hierarchy1"/>
    <dgm:cxn modelId="{87BEB6FF-A325-4C25-BD0A-A39FD238D060}" type="presParOf" srcId="{D1C48940-200A-4CF4-A409-234CB9E3C205}" destId="{88BD83B2-679D-405B-8AAB-C661569543C1}" srcOrd="0" destOrd="0" presId="urn:microsoft.com/office/officeart/2005/8/layout/hierarchy1"/>
    <dgm:cxn modelId="{2BE94F23-FD07-4EE6-BB2F-03BBD5ED3F3D}" type="presParOf" srcId="{D1C48940-200A-4CF4-A409-234CB9E3C205}" destId="{49CC765B-24B2-4371-9139-3B2B13870B71}" srcOrd="1" destOrd="0" presId="urn:microsoft.com/office/officeart/2005/8/layout/hierarchy1"/>
    <dgm:cxn modelId="{CD1E416F-9268-462D-A38A-0F2E8E153ED8}" type="presParOf" srcId="{E5BA4DE2-6336-4C7D-9D3C-972CF9C4EAD2}" destId="{E94430B7-F5BE-47B6-8BBE-AB7F4579C3AF}" srcOrd="1" destOrd="0" presId="urn:microsoft.com/office/officeart/2005/8/layout/hierarchy1"/>
    <dgm:cxn modelId="{3FD4B7C0-7F58-498B-B42A-92AC29366AD7}" type="presParOf" srcId="{DD1BE34E-5BDD-44B1-A4C0-39A1D1852969}" destId="{AACF7BA5-6BD3-42AF-96D9-DAD7311C0A0D}" srcOrd="3" destOrd="0" presId="urn:microsoft.com/office/officeart/2005/8/layout/hierarchy1"/>
    <dgm:cxn modelId="{B7926D3F-8241-4141-8F83-029442E7F350}" type="presParOf" srcId="{AACF7BA5-6BD3-42AF-96D9-DAD7311C0A0D}" destId="{8DC66A4C-F498-4D82-A280-F087BF7A872B}" srcOrd="0" destOrd="0" presId="urn:microsoft.com/office/officeart/2005/8/layout/hierarchy1"/>
    <dgm:cxn modelId="{D0DC3965-1EAB-4718-9203-854FA5BE8A41}" type="presParOf" srcId="{8DC66A4C-F498-4D82-A280-F087BF7A872B}" destId="{86056DB4-D82D-4FCC-9C2D-C149C6231201}" srcOrd="0" destOrd="0" presId="urn:microsoft.com/office/officeart/2005/8/layout/hierarchy1"/>
    <dgm:cxn modelId="{1F3A0A3B-5082-4910-8254-999E3484F5CA}" type="presParOf" srcId="{8DC66A4C-F498-4D82-A280-F087BF7A872B}" destId="{54A8B0C9-0F52-448A-A97B-6E3B59FA9E77}" srcOrd="1" destOrd="0" presId="urn:microsoft.com/office/officeart/2005/8/layout/hierarchy1"/>
    <dgm:cxn modelId="{820BA22D-2DCE-44ED-AC22-35CA72AF1FBA}" type="presParOf" srcId="{AACF7BA5-6BD3-42AF-96D9-DAD7311C0A0D}" destId="{6163CDF2-B45F-40F1-B0CF-2F69FC48D27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3BE05-8F4E-4731-8120-B414B8844F89}">
      <dsp:nvSpPr>
        <dsp:cNvPr id="0" name=""/>
        <dsp:cNvSpPr/>
      </dsp:nvSpPr>
      <dsp:spPr>
        <a:xfrm>
          <a:off x="3040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B8720-488D-44E8-80BF-BF0E2DE95C77}">
      <dsp:nvSpPr>
        <dsp:cNvPr id="0" name=""/>
        <dsp:cNvSpPr/>
      </dsp:nvSpPr>
      <dsp:spPr>
        <a:xfrm>
          <a:off x="244258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/>
            <a:t>VSCode:1.119.0</a:t>
          </a:r>
          <a:endParaRPr lang="en-US" sz="2100" kern="1200"/>
        </a:p>
      </dsp:txBody>
      <dsp:txXfrm>
        <a:off x="284635" y="1070626"/>
        <a:ext cx="2090204" cy="1297804"/>
      </dsp:txXfrm>
    </dsp:sp>
    <dsp:sp modelId="{D2411782-8B33-4665-B950-125CDCC848D9}">
      <dsp:nvSpPr>
        <dsp:cNvPr id="0" name=""/>
        <dsp:cNvSpPr/>
      </dsp:nvSpPr>
      <dsp:spPr>
        <a:xfrm>
          <a:off x="2656434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457C55-BD64-467F-B7E2-52D7C45C6C15}">
      <dsp:nvSpPr>
        <dsp:cNvPr id="0" name=""/>
        <dsp:cNvSpPr/>
      </dsp:nvSpPr>
      <dsp:spPr>
        <a:xfrm>
          <a:off x="2897652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/>
            <a:t>Android SDK:36.1.0</a:t>
          </a:r>
          <a:endParaRPr lang="en-US" sz="2100" kern="1200"/>
        </a:p>
      </dsp:txBody>
      <dsp:txXfrm>
        <a:off x="2938029" y="1070626"/>
        <a:ext cx="2090204" cy="1297804"/>
      </dsp:txXfrm>
    </dsp:sp>
    <dsp:sp modelId="{88BD83B2-679D-405B-8AAB-C661569543C1}">
      <dsp:nvSpPr>
        <dsp:cNvPr id="0" name=""/>
        <dsp:cNvSpPr/>
      </dsp:nvSpPr>
      <dsp:spPr>
        <a:xfrm>
          <a:off x="5309828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C765B-24B2-4371-9139-3B2B13870B71}">
      <dsp:nvSpPr>
        <dsp:cNvPr id="0" name=""/>
        <dsp:cNvSpPr/>
      </dsp:nvSpPr>
      <dsp:spPr>
        <a:xfrm>
          <a:off x="5551046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/>
            <a:t>Flutter:3.35.6</a:t>
          </a:r>
          <a:endParaRPr lang="en-US" sz="2100" kern="1200"/>
        </a:p>
      </dsp:txBody>
      <dsp:txXfrm>
        <a:off x="5591423" y="1070626"/>
        <a:ext cx="2090204" cy="1297804"/>
      </dsp:txXfrm>
    </dsp:sp>
    <dsp:sp modelId="{86056DB4-D82D-4FCC-9C2D-C149C6231201}">
      <dsp:nvSpPr>
        <dsp:cNvPr id="0" name=""/>
        <dsp:cNvSpPr/>
      </dsp:nvSpPr>
      <dsp:spPr>
        <a:xfrm>
          <a:off x="7963222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8B0C9-0F52-448A-A97B-6E3B59FA9E77}">
      <dsp:nvSpPr>
        <dsp:cNvPr id="0" name=""/>
        <dsp:cNvSpPr/>
      </dsp:nvSpPr>
      <dsp:spPr>
        <a:xfrm>
          <a:off x="8204440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/>
            <a:t>Dart:3.9.2</a:t>
          </a:r>
          <a:endParaRPr lang="en-US" sz="2100" kern="1200"/>
        </a:p>
      </dsp:txBody>
      <dsp:txXfrm>
        <a:off x="8244817" y="1070626"/>
        <a:ext cx="2090204" cy="1297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5EDED7-2EB5-D7A3-1665-E4A3F14CD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4BD12F-E784-4C44-A13A-00AE158DE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F4AFCC-226B-9162-8114-4E12A4E6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F13694-7D63-8E97-ABB3-6E33D2011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E62591-E2E6-4E7C-1A23-1B84FEA2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0532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D6B354-A2E5-7023-A747-0F7659082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8E28BF-1009-8EDD-B41D-113CA8AFD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6D0781-0937-645A-BE7A-AE884E8F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E4C572-1A30-9E6D-B148-43438A59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889719-601C-862F-5827-8785F06E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214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675E5B-1541-3710-19AC-DC4F6430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6610E7-022A-6D4B-7B48-FC1C2AC51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6AD2BF-B709-83A1-772C-7F5C11C1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54B72F-7887-E0A5-5F63-02E44C99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7B96E5-625B-6752-C50E-EA33E3BA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085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B8CF53-C233-899C-B4ED-84266D6A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1A7E87-D3F5-E446-5D7D-120DAF199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3142DC-5068-A6DE-6BEF-950610CC0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8B231B-E28B-AB99-0666-7CC391C5B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EC67B7-748A-2D47-1076-2AF1C20C9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3A6C01-7A56-D38D-3D93-3EAE75332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35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7FACB-ED78-A07F-279D-21E37987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60FCF6-15ED-A1D0-9AA1-396579018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00275F-4A04-481E-7826-FA9ADBAE3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7DC92D-0406-EB5E-C8EC-FC26C7B2A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A2C890-C3D3-6EF4-CC8A-E5E914947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CAE575F-142F-E5C5-95C1-7D98BC56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8448C99-E9DF-7E9B-603E-D7F16F60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06035FE-6750-5D99-C7C6-01087C7D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311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20EB26-559A-59D4-EC9F-E93C01705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5A00DA8-9E28-899F-FD2C-D3A449CB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A9F03ED-99D0-7697-0033-B11838EF4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4969E5B-77F0-7782-0F54-553A09C7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7111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FFEC3C0-0583-AFFD-00B6-2E0B9AEEB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1F0BAF3-0E1D-0144-A09D-03495A420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1B8C47-50AB-0763-AD0F-9A0A8F16C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7315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B56FAB-2EF6-D8C7-4964-03FFB7F4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BA94B3-E5B4-08F6-0379-0CA1C089A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7279A7-8805-82EE-84F8-EEF91151C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6211C0-A854-2D99-2931-9C14BCE17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B6E231-00D2-03DE-9FCE-7CBE5433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0A4D1B-D45A-59BA-9122-30F7A24A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754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250F6A-45F3-45E1-1261-DA29094E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C46288A-6FF2-D6DC-FE02-1CBBE9B01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044F5C-661B-CD01-865D-D2CA7DC7E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453C48-71C1-29E3-588C-31DE346C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14411A-84D2-2100-F7BD-4DF2D5846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BE018E-0318-97B9-D846-11A1C97B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35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16B7C9-CCB0-7679-FE22-1D8F0F1C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5D9598-E732-857F-4742-67E361E55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403379-CE22-D5E2-0E23-906048AB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942B97-9AE9-B818-137A-A78DFC3C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6454B2-685C-E7B8-5F9A-966CEA52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57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A7EC357-FA06-74EF-DD5D-3F89CD7B52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0DF31C-EDD4-68F2-D826-D0B1E8B87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2BEB8D-BCCD-56C0-1340-DD312F3D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F7682A-803B-5965-D245-B66359BD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262B66-4BED-4B45-689F-AC0D4BA37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03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13F4904-7C35-5126-26D5-3DDA01C93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701ECF-C122-A90A-DAFC-DB342DCC5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8EF8AC-0F40-B5E4-8094-FC973DF0C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2FB09-39C7-485F-A68F-B1694F21EBE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ACF4E1-8340-E3B1-642E-EEE73F00D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976193-C9E1-EC0A-335B-D528114D7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054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4943D5D-3FEC-1FF6-807B-8745E86DF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ボウリングスコア分析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908EFBA-AC2A-79FC-7EA5-65D992C38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228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ja-JP" altLang="en-US" sz="48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企画概要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altLang="ja-JP" sz="1400" b="1" dirty="0"/>
              <a:t>1. </a:t>
            </a:r>
            <a:r>
              <a:rPr lang="ja-JP" altLang="en-US" sz="1400" b="1" dirty="0"/>
              <a:t>アプリ名案</a:t>
            </a:r>
          </a:p>
          <a:p>
            <a:r>
              <a:rPr lang="ja-JP" altLang="en-US" sz="1400" b="1" dirty="0"/>
              <a:t>「</a:t>
            </a:r>
            <a:r>
              <a:rPr lang="en-US" altLang="ja-JP" sz="1400" b="1" dirty="0"/>
              <a:t>Bowling AI Coach</a:t>
            </a:r>
            <a:r>
              <a:rPr lang="ja-JP" altLang="en-US" sz="1400" b="1" dirty="0"/>
              <a:t>（ボウリング・エーアイ・コーチ）」</a:t>
            </a:r>
            <a:r>
              <a:rPr lang="ja-JP" altLang="en-US" sz="1400" dirty="0"/>
              <a:t> </a:t>
            </a:r>
            <a:r>
              <a:rPr lang="en-US" altLang="ja-JP" sz="1400" dirty="0"/>
              <a:t>〜</a:t>
            </a:r>
            <a:r>
              <a:rPr lang="ja-JP" altLang="en-US" sz="1400" dirty="0"/>
              <a:t>ラウンドワンの分析力に、あなた専用コーチの知能を</a:t>
            </a:r>
            <a:r>
              <a:rPr lang="en-US" altLang="ja-JP" sz="1400" dirty="0"/>
              <a:t>〜</a:t>
            </a:r>
          </a:p>
          <a:p>
            <a:br>
              <a:rPr lang="en-US" altLang="ja-JP" sz="1400" dirty="0"/>
            </a:br>
            <a:endParaRPr lang="en-US" altLang="ja-JP" sz="1400" dirty="0"/>
          </a:p>
          <a:p>
            <a:r>
              <a:rPr lang="en-US" altLang="ja-JP" sz="1400" b="1" dirty="0"/>
              <a:t>2. </a:t>
            </a:r>
            <a:r>
              <a:rPr lang="ja-JP" altLang="en-US" sz="1400" b="1" dirty="0"/>
              <a:t>コンセプト</a:t>
            </a:r>
          </a:p>
          <a:p>
            <a:r>
              <a:rPr lang="ja-JP" altLang="en-US" sz="1400" dirty="0"/>
              <a:t>「記録するだけ」のスコア管理から、「上達するための分析・指導」へ。 プロボウラーの知識を学習した</a:t>
            </a:r>
            <a:r>
              <a:rPr lang="en-US" altLang="ja-JP" sz="1400" dirty="0"/>
              <a:t>AI</a:t>
            </a:r>
            <a:r>
              <a:rPr lang="ja-JP" altLang="en-US" sz="1400" dirty="0"/>
              <a:t>が、あなたの投球データをリアルタイムで解析し、次の投球や練習メニューをパーソナライズして提案します。</a:t>
            </a:r>
          </a:p>
          <a:p>
            <a:endParaRPr lang="ja-JP" altLang="en-US" sz="13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1F550E-378E-3B4D-1834-C97BBD73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機能一覧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4A5672-EF9F-CB37-55EB-712615B0E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3104"/>
          </a:xfrm>
        </p:spPr>
        <p:txBody>
          <a:bodyPr>
            <a:normAutofit fontScale="47500" lnSpcReduction="20000"/>
          </a:bodyPr>
          <a:lstStyle/>
          <a:p>
            <a:r>
              <a:rPr lang="en-US" altLang="ja-JP" b="1" dirty="0"/>
              <a:t>3. </a:t>
            </a:r>
            <a:r>
              <a:rPr lang="ja-JP" altLang="en-US" b="1" dirty="0"/>
              <a:t>主要機能の概要</a:t>
            </a:r>
          </a:p>
          <a:p>
            <a:r>
              <a:rPr lang="ja-JP" altLang="en-US" b="1" dirty="0"/>
              <a:t>① スマート・データ・ダッシュボード</a:t>
            </a:r>
          </a:p>
          <a:p>
            <a:r>
              <a:rPr lang="ja-JP" altLang="en-US" dirty="0"/>
              <a:t>ラウンドワンアプリのような詳細な統計を、より直感的な</a:t>
            </a:r>
            <a:r>
              <a:rPr lang="en-US" altLang="ja-JP" dirty="0"/>
              <a:t>UI</a:t>
            </a:r>
            <a:r>
              <a:rPr lang="ja-JP" altLang="en-US" dirty="0"/>
              <a:t>で表示します。</a:t>
            </a:r>
          </a:p>
          <a:p>
            <a:r>
              <a:rPr lang="ja-JP" altLang="en-US" b="1" dirty="0"/>
              <a:t>スタッツ表示</a:t>
            </a:r>
            <a:r>
              <a:rPr lang="en-US" altLang="ja-JP" b="1" dirty="0"/>
              <a:t>:</a:t>
            </a:r>
            <a:r>
              <a:rPr lang="ja-JP" altLang="en-US" dirty="0"/>
              <a:t> アベレージ、ストライク率、スペア成功率、スプリット変換率を算出。</a:t>
            </a:r>
          </a:p>
          <a:p>
            <a:r>
              <a:rPr lang="ja-JP" altLang="en-US" b="1" dirty="0"/>
              <a:t>ピン残りヒートマップ</a:t>
            </a:r>
            <a:r>
              <a:rPr lang="en-US" altLang="ja-JP" b="1" dirty="0"/>
              <a:t>:</a:t>
            </a:r>
            <a:r>
              <a:rPr lang="ja-JP" altLang="en-US" dirty="0"/>
              <a:t> どのピンが残りやすいかを視覚的に表示。</a:t>
            </a:r>
          </a:p>
          <a:p>
            <a:r>
              <a:rPr lang="ja-JP" altLang="en-US" b="1" dirty="0"/>
              <a:t>推移グラフ</a:t>
            </a:r>
            <a:r>
              <a:rPr lang="en-US" altLang="ja-JP" b="1" dirty="0"/>
              <a:t>:</a:t>
            </a:r>
            <a:r>
              <a:rPr lang="ja-JP" altLang="en-US" dirty="0"/>
              <a:t> 日別・月別のスコア推移を折れ線グラフで表示。</a:t>
            </a:r>
          </a:p>
          <a:p>
            <a:r>
              <a:rPr lang="ja-JP" altLang="en-US" b="1" dirty="0"/>
              <a:t>② </a:t>
            </a:r>
            <a:r>
              <a:rPr lang="en-US" altLang="ja-JP" b="1" dirty="0"/>
              <a:t>AI </a:t>
            </a:r>
            <a:r>
              <a:rPr lang="ja-JP" altLang="en-US" b="1" dirty="0"/>
              <a:t>スコア・アドバイザー（</a:t>
            </a:r>
            <a:r>
              <a:rPr lang="en-US" altLang="ja-JP" b="1" dirty="0"/>
              <a:t>Gemini API</a:t>
            </a:r>
            <a:r>
              <a:rPr lang="ja-JP" altLang="en-US" b="1" dirty="0"/>
              <a:t>連携）</a:t>
            </a:r>
          </a:p>
          <a:p>
            <a:r>
              <a:rPr lang="ja-JP" altLang="en-US" dirty="0"/>
              <a:t>入力されたスコアデータに基づき、</a:t>
            </a:r>
            <a:r>
              <a:rPr lang="en-US" altLang="ja-JP" dirty="0"/>
              <a:t>AI</a:t>
            </a:r>
            <a:r>
              <a:rPr lang="ja-JP" altLang="en-US" dirty="0"/>
              <a:t>が今のあなたの課題を言語化します。</a:t>
            </a:r>
          </a:p>
          <a:p>
            <a:r>
              <a:rPr lang="ja-JP" altLang="en-US" b="1" dirty="0"/>
              <a:t>ゲーム後の総評</a:t>
            </a:r>
            <a:r>
              <a:rPr lang="en-US" altLang="ja-JP" b="1" dirty="0"/>
              <a:t>:</a:t>
            </a:r>
            <a:r>
              <a:rPr lang="ja-JP" altLang="en-US" dirty="0"/>
              <a:t> 「中盤のスペアミスが響いたね。</a:t>
            </a:r>
            <a:r>
              <a:rPr lang="en-US" altLang="ja-JP" dirty="0"/>
              <a:t>7</a:t>
            </a:r>
            <a:r>
              <a:rPr lang="ja-JP" altLang="en-US" dirty="0"/>
              <a:t>番ピンが残った時の投球角度を〇度意識してみよう」といったフィードバック。</a:t>
            </a:r>
          </a:p>
          <a:p>
            <a:r>
              <a:rPr lang="ja-JP" altLang="en-US" b="1" dirty="0"/>
              <a:t>傾向分析</a:t>
            </a:r>
            <a:r>
              <a:rPr lang="en-US" altLang="ja-JP" b="1" dirty="0"/>
              <a:t>:</a:t>
            </a:r>
            <a:r>
              <a:rPr lang="ja-JP" altLang="en-US" dirty="0"/>
              <a:t> 「</a:t>
            </a:r>
            <a:r>
              <a:rPr lang="en-US" altLang="ja-JP" dirty="0"/>
              <a:t>10</a:t>
            </a:r>
            <a:r>
              <a:rPr lang="ja-JP" altLang="en-US" dirty="0"/>
              <a:t>フレーム目のストライク率が低い＝後半に体力が落ちている可能性がある」といった、数字の裏にある原因を推測。</a:t>
            </a:r>
          </a:p>
          <a:p>
            <a:r>
              <a:rPr lang="ja-JP" altLang="en-US" b="1" dirty="0"/>
              <a:t>③ リアルタイム・スペア・ナビ</a:t>
            </a:r>
          </a:p>
          <a:p>
            <a:r>
              <a:rPr lang="ja-JP" altLang="en-US" dirty="0"/>
              <a:t>残ったピンを画面上でタップするか、写真を撮るだけで攻略法を表示します。</a:t>
            </a:r>
          </a:p>
          <a:p>
            <a:r>
              <a:rPr lang="ja-JP" altLang="en-US" b="1" dirty="0"/>
              <a:t>攻略ルート提示</a:t>
            </a:r>
            <a:r>
              <a:rPr lang="en-US" altLang="ja-JP" b="1" dirty="0"/>
              <a:t>:</a:t>
            </a:r>
            <a:r>
              <a:rPr lang="ja-JP" altLang="en-US" dirty="0"/>
              <a:t> </a:t>
            </a:r>
            <a:r>
              <a:rPr lang="en-US" altLang="ja-JP" dirty="0"/>
              <a:t>AI</a:t>
            </a:r>
            <a:r>
              <a:rPr lang="ja-JP" altLang="en-US" dirty="0"/>
              <a:t>が「右から〇枚目を通す」「フックの角度を緩める」といった具体的な指示を画像とテキストで生成。</a:t>
            </a:r>
          </a:p>
          <a:p>
            <a:r>
              <a:rPr lang="ja-JP" altLang="en-US" b="1" dirty="0"/>
              <a:t>④ </a:t>
            </a:r>
            <a:r>
              <a:rPr lang="en-US" altLang="ja-JP" b="1" dirty="0"/>
              <a:t>AI </a:t>
            </a:r>
            <a:r>
              <a:rPr lang="ja-JP" altLang="en-US" b="1" dirty="0"/>
              <a:t>フォーム診断（拡張機能）</a:t>
            </a:r>
          </a:p>
          <a:p>
            <a:r>
              <a:rPr lang="ja-JP" altLang="en-US" dirty="0"/>
              <a:t>スマホで撮影した投球動画をアップロードし、</a:t>
            </a:r>
            <a:r>
              <a:rPr lang="en-US" altLang="ja-JP" dirty="0"/>
              <a:t>AI</a:t>
            </a:r>
            <a:r>
              <a:rPr lang="ja-JP" altLang="en-US" dirty="0"/>
              <a:t>がフォームをチェックします。</a:t>
            </a:r>
          </a:p>
          <a:p>
            <a:r>
              <a:rPr lang="ja-JP" altLang="en-US" b="1" dirty="0"/>
              <a:t>チェックポイント</a:t>
            </a:r>
            <a:r>
              <a:rPr lang="en-US" altLang="ja-JP" b="1" dirty="0"/>
              <a:t>:</a:t>
            </a:r>
            <a:r>
              <a:rPr lang="ja-JP" altLang="en-US" dirty="0"/>
              <a:t> リリースの位置、膝の角度、助走のテンポなどをプロの理論と比較してアドバイス。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42238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D0DD7BE-3E3D-BD3F-472B-D96DC5C0A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kumimoji="1" lang="ja-JP" altLang="en-US" sz="4800" dirty="0"/>
              <a:t>参考サイト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016C1F-922C-A988-5DA7-BB71D4D56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altLang="ja-JP" sz="2400"/>
              <a:t>https://note.com/yusuke_flutter/n/n4361f447b1a0</a:t>
            </a:r>
            <a:endParaRPr kumimoji="1" lang="ja-JP" alt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07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1DB4415-491A-25CB-04A7-5CDC98925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kumimoji="1" lang="ja-JP" altLang="en-US" sz="48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開発環境バージョン一覧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BE1D18FD-CF07-5D31-E747-FA4EAC7E15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06116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3080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394</Words>
  <Application>Microsoft Office PowerPoint</Application>
  <PresentationFormat>ワイド画面</PresentationFormat>
  <Paragraphs>31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ＭＳ ゴシック</vt:lpstr>
      <vt:lpstr>游ゴシック</vt:lpstr>
      <vt:lpstr>游ゴシック Light</vt:lpstr>
      <vt:lpstr>Arial</vt:lpstr>
      <vt:lpstr>Office テーマ</vt:lpstr>
      <vt:lpstr>ボウリングスコア分析</vt:lpstr>
      <vt:lpstr>企画概要</vt:lpstr>
      <vt:lpstr>機能一覧</vt:lpstr>
      <vt:lpstr>参考サイト</vt:lpstr>
      <vt:lpstr>開発環境バージョン一覧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佐藤 万宙(zeal23418190)</dc:creator>
  <cp:lastModifiedBy>佐藤 万宙(zeal23418190)</cp:lastModifiedBy>
  <cp:revision>4</cp:revision>
  <dcterms:created xsi:type="dcterms:W3CDTF">2026-05-13T03:06:25Z</dcterms:created>
  <dcterms:modified xsi:type="dcterms:W3CDTF">2026-05-15T00:54:20Z</dcterms:modified>
</cp:coreProperties>
</file>