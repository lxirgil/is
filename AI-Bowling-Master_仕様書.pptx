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Meiryo UI" panose="020B0604030504040204" pitchFamily="50" charset="-128"/>
      <p:regular r:id="rId12"/>
      <p:bold r:id="rId13"/>
      <p:italic r:id="rId14"/>
      <p:boldItalic r:id="rId15"/>
    </p:embeddedFont>
    <p:embeddedFont>
      <p:font typeface="DM Sans" pitchFamily="2" charset="0"/>
      <p:regular r:id="rId16"/>
    </p:embeddedFont>
    <p:embeddedFont>
      <p:font typeface="PT Serif" panose="020A0603040505020204" pitchFamily="18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96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1984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 Bowling Master</a:t>
            </a:r>
            <a:endParaRPr lang="en-US" sz="3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344566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ボウリング場とプレイヤーのための、AIコーチ＆スコア分析アプリ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4879" y="4017367"/>
            <a:ext cx="215606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ja-JP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63576"/>
            <a:ext cx="6826972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ボウラーが直面する3つの壁</a:t>
            </a:r>
            <a:endParaRPr lang="ja-JP" sz="3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21445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850482" y="2556272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弱点がわからない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0482" y="2992438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レーン・メンテナンスの影響で、自分の残ピン傾向を把握できない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21445"/>
          </a:xfrm>
          <a:prstGeom prst="roundRect">
            <a:avLst>
              <a:gd name="adj" fmla="val 164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093366" y="2556272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コーチングが高額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93366" y="2992438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プロコーチは費用が高く、日常の改善には不向き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1475" y="4277717"/>
            <a:ext cx="6296860" cy="1116608"/>
          </a:xfrm>
          <a:prstGeom prst="roundRect">
            <a:avLst>
              <a:gd name="adj" fmla="val 253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50482" y="4466729"/>
            <a:ext cx="258815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データが眠っている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0482" y="490289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ボウリング場は顧客のプレイデータを十分に活用できていない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490"/>
            <a:ext cx="7305591" cy="58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65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 Bowling Master</a:t>
            </a:r>
            <a:endParaRPr lang="ja-JP" sz="3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90441"/>
            <a:ext cx="1904952" cy="190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1604863"/>
            <a:ext cx="265106" cy="2651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87069" y="1599406"/>
            <a:ext cx="294940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スコア＆投球履歴の取り込み</a:t>
            </a:r>
            <a:endParaRPr 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2"/>
          <p:cNvSpPr/>
          <p:nvPr/>
        </p:nvSpPr>
        <p:spPr>
          <a:xfrm>
            <a:off x="8587069" y="2344539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手入力・OCRで簡単記録</a:t>
            </a:r>
            <a:endParaRPr lang="ja-JP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2954238"/>
            <a:ext cx="265106" cy="2651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87069" y="2948781"/>
            <a:ext cx="231997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レーン別ヒートマップ</a:t>
            </a:r>
            <a:endParaRPr 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4"/>
          <p:cNvSpPr/>
          <p:nvPr/>
        </p:nvSpPr>
        <p:spPr>
          <a:xfrm>
            <a:off x="8587069" y="3403997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残ピン分布を視覚化</a:t>
            </a:r>
            <a:endParaRPr lang="ja-JP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4013696"/>
            <a:ext cx="265106" cy="2651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87069" y="4008239"/>
            <a:ext cx="278361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AIコーチが即時アドバイス</a:t>
            </a:r>
            <a:endParaRPr 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587069" y="4463455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ショートテキスト・音声で改善提案</a:t>
            </a:r>
            <a:endParaRPr lang="ja-JP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8982" y="5073154"/>
            <a:ext cx="265106" cy="2651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87069" y="5067697"/>
            <a:ext cx="294940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8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ローカル保存＋クラウド同期</a:t>
            </a:r>
            <a:endParaRPr 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8"/>
          <p:cNvSpPr/>
          <p:nvPr/>
        </p:nvSpPr>
        <p:spPr>
          <a:xfrm>
            <a:off x="8587069" y="5812830"/>
            <a:ext cx="294940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ja-JP" altLang="en-US" sz="13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現場導入もスムーズ</a:t>
            </a:r>
            <a:endParaRPr lang="ja-JP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1710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レーン別 残ピンヒートマップ</a:t>
            </a:r>
            <a:endParaRPr lang="ja-JP" sz="3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266561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どのピンが・どのレーンで・どれだけ残っているかを一目で把握。自分の「弱点レーン」が可視化されます。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3483074"/>
            <a:ext cx="6296860" cy="2233216"/>
          </a:xfrm>
          <a:prstGeom prst="roundRect">
            <a:avLst>
              <a:gd name="adj" fmla="val 127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661475" y="3483074"/>
            <a:ext cx="314843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850482" y="3672086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レーン分析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0482" y="4108252"/>
            <a:ext cx="27704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レーンごとの傾向を比較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09905" y="3483074"/>
            <a:ext cx="314843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3809905" y="3483074"/>
            <a:ext cx="25399" cy="1116608"/>
          </a:xfrm>
          <a:prstGeom prst="roundRect">
            <a:avLst>
              <a:gd name="adj" fmla="val 11163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3998912" y="3672086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分布の可視化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98912" y="4108252"/>
            <a:ext cx="27704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algun Gothic Semilight" panose="020B0502040204020203" pitchFamily="50" charset="-128"/>
              </a:rPr>
              <a:t>残ピンをヒートマップで表示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  <a:cs typeface="Malgun Gothic Semilight" panose="020B0502040204020203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1475" y="4599682"/>
            <a:ext cx="6296860" cy="111660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661475" y="4599682"/>
            <a:ext cx="6296860" cy="25400"/>
          </a:xfrm>
          <a:prstGeom prst="roundRect">
            <a:avLst>
              <a:gd name="adj" fmla="val 11162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50482" y="4788694"/>
            <a:ext cx="248080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改善の軌跡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0482" y="522485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履歴から成長を確認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841"/>
            <a:ext cx="4826971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3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AIコーチ機能</a:t>
            </a:r>
            <a:endParaRPr lang="ja-JP" sz="3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98302"/>
            <a:ext cx="3549264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投球データから、</a:t>
            </a:r>
            <a:r>
              <a:rPr lang="ja-JP" altLang="en-US" sz="1650" dirty="0">
                <a:solidFill>
                  <a:srgbClr val="E04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即時に改善アドバイス</a:t>
            </a:r>
            <a:endParaRPr lang="ja-JP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161877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AIがあなたの投球パターンを分析し、具体的で実行しやすいアクションを提案します。</a:t>
            </a:r>
            <a:endParaRPr lang="ja-JP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90924"/>
            <a:ext cx="3549264" cy="1003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54" y="2970609"/>
            <a:ext cx="220399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6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音声・テキスト対応</a:t>
            </a:r>
            <a:endParaRPr lang="ja-JP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7354" y="3377009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プレイ中もすぐ確認できる形式</a:t>
            </a:r>
            <a:endParaRPr lang="ja-JP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0948"/>
            <a:ext cx="3549264" cy="10034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7354" y="4110633"/>
            <a:ext cx="210864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zh-CN" altLang="en-US" sz="16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個別最適化</a:t>
            </a:r>
            <a:endParaRPr lang="zh-CN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17354" y="4517033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あなたの履歴に基づいた提案</a:t>
            </a:r>
            <a:endParaRPr lang="ja-JP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70971"/>
            <a:ext cx="3549264" cy="1003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7354" y="5250656"/>
            <a:ext cx="210864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ja-JP" altLang="en-US" sz="16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改善トラック</a:t>
            </a:r>
            <a:endParaRPr lang="ja-JP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8"/>
          <p:cNvSpPr/>
          <p:nvPr/>
        </p:nvSpPr>
        <p:spPr>
          <a:xfrm>
            <a:off x="917354" y="5657056"/>
            <a:ext cx="31137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ja-JP" altLang="en-US" sz="12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継続的な成長をサポート</a:t>
            </a:r>
            <a:endParaRPr lang="ja-JP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126" y="2662237"/>
            <a:ext cx="1904952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930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主要機能ラインナップ</a:t>
            </a:r>
            <a:endParaRPr lang="ja-JP" sz="3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4170"/>
            <a:ext cx="1473163" cy="147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スコア入力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4537075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ボタン・キーボード対応、Enterで即時保存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404170"/>
            <a:ext cx="1473163" cy="147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13609"/>
            <a:ext cx="254003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LaneHeatmap ウィジェット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3437645" y="4847134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レーン別・残ピン分布をグラフィカルに表示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404170"/>
            <a:ext cx="1473163" cy="147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AIコーチ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213915" y="453707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短いアクション提案と改善トラックを提供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990184" y="411360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990184" y="453707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ja-JP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07877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9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ボウリング場への価値</a:t>
            </a:r>
            <a:endParaRPr lang="ja-JP" sz="3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2106017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↑</a:t>
            </a:r>
            <a:endParaRPr lang="en-US" sz="4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08090" y="2965946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来店者満足度</a:t>
            </a:r>
            <a:endParaRPr lang="zh-CN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33360" y="3389412"/>
            <a:ext cx="30302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データ活用による体験向上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99858" y="210601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↑</a:t>
            </a:r>
            <a:endParaRPr lang="en-US" sz="4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74588" y="2965946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リピート率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99858" y="3389412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継続的な改善体験で再来を促進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66559" y="4164310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0</a:t>
            </a:r>
            <a:endParaRPr lang="en-US" sz="4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1289" y="5024239"/>
            <a:ext cx="248080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ja-JP" altLang="en-US" sz="19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追加コスト</a:t>
            </a:r>
            <a:endParaRPr lang="ja-JP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66559" y="5447705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ja-JP" altLang="en-US" sz="14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既存のスコア運用をデジタル化</a:t>
            </a:r>
            <a:endParaRPr lang="ja-JP" sz="1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5005361" cy="549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45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プレイヤーへの価値</a:t>
            </a:r>
            <a:endParaRPr lang="ja-JP" sz="34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1393"/>
            <a:ext cx="4707018" cy="470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6484" y="2830314"/>
            <a:ext cx="455878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7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「なんとなく」から</a:t>
            </a:r>
            <a:r>
              <a:rPr lang="ja-JP" altLang="en-US" sz="1700" dirty="0">
                <a:solidFill>
                  <a:srgbClr val="E04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「データで上達」</a:t>
            </a:r>
            <a:r>
              <a:rPr lang="ja-JP" altLang="en-US" sz="17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へ</a:t>
            </a:r>
            <a:endParaRPr lang="ja-JP" sz="1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06484" y="3253284"/>
            <a:ext cx="5230086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ja-JP" altLang="en-US" sz="130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感覚頼みの練習から脱却。自分の投球データを可視化し、AIが次の一手を提案します。</a:t>
            </a:r>
            <a:endParaRPr lang="ja-JP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306484" y="3925391"/>
            <a:ext cx="5230086" cy="855663"/>
          </a:xfrm>
          <a:prstGeom prst="roundRect">
            <a:avLst>
              <a:gd name="adj" fmla="val 293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/>
          <p:nvPr/>
        </p:nvSpPr>
        <p:spPr>
          <a:xfrm>
            <a:off x="6850486" y="4100612"/>
            <a:ext cx="4518706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ja-JP" alt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ja-JP" altLang="en-US" sz="13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サンプルデータ生成機能で、導入直後からダッシュボードを確認できます</a:t>
            </a:r>
            <a:endParaRPr lang="ja-JP" sz="13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5289"/>
            <a:ext cx="457893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3100" dirty="0">
                <a:solidFill>
                  <a:srgbClr val="02020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次のステップへ</a:t>
            </a:r>
            <a:endParaRPr lang="ja-JP" sz="3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1402854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AI Bowling Master で、ボウリング場とプレイヤーの双方に</a:t>
            </a:r>
            <a:r>
              <a:rPr lang="ja-JP" altLang="en-US" sz="1150" dirty="0">
                <a:solidFill>
                  <a:srgbClr val="E04F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データドリブンな上達体験</a:t>
            </a: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を。</a:t>
            </a:r>
            <a:endParaRPr lang="ja-JP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1756569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 Light" pitchFamily="34" charset="-120"/>
              </a:rPr>
              <a:t>01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1475" y="1994495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661475" y="2108200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プロトタイプ開発</a:t>
            </a:r>
            <a:endParaRPr lang="ja-JP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1475" y="2428776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スコア入力・ヒートマップ表示の実装</a:t>
            </a:r>
            <a:endParaRPr lang="ja-JP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1475" y="2880816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118743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61475" y="3232448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AIコーチ連携</a:t>
            </a:r>
            <a:endParaRPr lang="ja-JP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61475" y="3553023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投球データ分析エンジンの組み込み</a:t>
            </a:r>
            <a:endParaRPr lang="ja-JP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1475" y="4005064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 Light" pitchFamily="34" charset="-120"/>
              </a:rPr>
              <a:t>03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1475" y="4242991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61475" y="4356695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フィールドテスト</a:t>
            </a:r>
            <a:endParaRPr lang="ja-JP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1475" y="4677271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ボウリング場での実証・フィードバック収集</a:t>
            </a:r>
            <a:endParaRPr lang="ja-JP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1475" y="5129312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 Light" pitchFamily="34" charset="-120"/>
              </a:rPr>
              <a:t>04</a:t>
            </a:r>
            <a:endParaRPr lang="en-US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1475" y="5367238"/>
            <a:ext cx="6296860" cy="1905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661475" y="5480943"/>
            <a:ext cx="19846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ja-JP" altLang="en-US" sz="15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PT Serif" pitchFamily="34" charset="-120"/>
              </a:rPr>
              <a:t>ローンチ</a:t>
            </a:r>
            <a:endParaRPr lang="ja-JP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1475" y="5801519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3838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DM Sans" pitchFamily="34" charset="-120"/>
              </a:rPr>
              <a:t>アプリストア公開・ボウリング場展開</a:t>
            </a:r>
            <a:endParaRPr lang="ja-JP" sz="11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423</Words>
  <Application>Microsoft Office PowerPoint</Application>
  <PresentationFormat>ワイド画面</PresentationFormat>
  <Paragraphs>79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PT Serif</vt:lpstr>
      <vt:lpstr>DM Sans</vt:lpstr>
      <vt:lpstr>Arial</vt:lpstr>
      <vt:lpstr>Meiryo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佐藤 万宙(zeal23418190)</cp:lastModifiedBy>
  <cp:revision>10</cp:revision>
  <dcterms:created xsi:type="dcterms:W3CDTF">2026-06-24T03:33:37Z</dcterms:created>
  <dcterms:modified xsi:type="dcterms:W3CDTF">2026-07-01T04:26:12Z</dcterms:modified>
</cp:coreProperties>
</file>